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9" r:id="rId1"/>
  </p:sldMasterIdLst>
  <p:sldIdLst>
    <p:sldId id="256" r:id="rId2"/>
    <p:sldId id="257" r:id="rId3"/>
    <p:sldId id="258" r:id="rId4"/>
    <p:sldId id="259" r:id="rId5"/>
    <p:sldId id="260" r:id="rId6"/>
    <p:sldId id="265" r:id="rId7"/>
    <p:sldId id="266" r:id="rId8"/>
    <p:sldId id="267" r:id="rId9"/>
    <p:sldId id="270" r:id="rId10"/>
    <p:sldId id="273" r:id="rId11"/>
    <p:sldId id="269" r:id="rId12"/>
    <p:sldId id="272" r:id="rId13"/>
    <p:sldId id="261" r:id="rId14"/>
    <p:sldId id="262" r:id="rId15"/>
    <p:sldId id="263" r:id="rId16"/>
    <p:sldId id="264"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14" autoAdjust="0"/>
    <p:restoredTop sz="94660"/>
  </p:normalViewPr>
  <p:slideViewPr>
    <p:cSldViewPr snapToGrid="0">
      <p:cViewPr varScale="1">
        <p:scale>
          <a:sx n="60" d="100"/>
          <a:sy n="60" d="100"/>
        </p:scale>
        <p:origin x="96" y="12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DE6B43A-38E5-416C-8D2F-3BD3A19BFFCA}" type="datetimeFigureOut">
              <a:rPr lang="en-KE" smtClean="0"/>
              <a:t>13/01/2026</a:t>
            </a:fld>
            <a:endParaRPr lang="en-KE"/>
          </a:p>
        </p:txBody>
      </p:sp>
      <p:sp>
        <p:nvSpPr>
          <p:cNvPr id="5" name="Footer Placeholder 4"/>
          <p:cNvSpPr>
            <a:spLocks noGrp="1"/>
          </p:cNvSpPr>
          <p:nvPr>
            <p:ph type="ftr" sz="quarter" idx="11"/>
          </p:nvPr>
        </p:nvSpPr>
        <p:spPr/>
        <p:txBody>
          <a:bodyPr/>
          <a:lstStyle/>
          <a:p>
            <a:endParaRPr lang="en-KE"/>
          </a:p>
        </p:txBody>
      </p:sp>
      <p:sp>
        <p:nvSpPr>
          <p:cNvPr id="6" name="Slide Number Placeholder 5"/>
          <p:cNvSpPr>
            <a:spLocks noGrp="1"/>
          </p:cNvSpPr>
          <p:nvPr>
            <p:ph type="sldNum" sz="quarter" idx="12"/>
          </p:nvPr>
        </p:nvSpPr>
        <p:spPr/>
        <p:txBody>
          <a:bodyPr/>
          <a:lstStyle/>
          <a:p>
            <a:fld id="{A815A6F4-00D7-4684-80E3-B2158A8B4C34}" type="slidenum">
              <a:rPr lang="en-KE" smtClean="0"/>
              <a:t>‹#›</a:t>
            </a:fld>
            <a:endParaRPr lang="en-KE"/>
          </a:p>
        </p:txBody>
      </p:sp>
    </p:spTree>
    <p:extLst>
      <p:ext uri="{BB962C8B-B14F-4D97-AF65-F5344CB8AC3E}">
        <p14:creationId xmlns:p14="http://schemas.microsoft.com/office/powerpoint/2010/main" val="24909918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FDE6B43A-38E5-416C-8D2F-3BD3A19BFFCA}" type="datetimeFigureOut">
              <a:rPr lang="en-KE" smtClean="0"/>
              <a:t>13/01/2026</a:t>
            </a:fld>
            <a:endParaRPr lang="en-KE"/>
          </a:p>
        </p:txBody>
      </p:sp>
      <p:sp>
        <p:nvSpPr>
          <p:cNvPr id="5" name="Footer Placeholder 4"/>
          <p:cNvSpPr>
            <a:spLocks noGrp="1"/>
          </p:cNvSpPr>
          <p:nvPr>
            <p:ph type="ftr" sz="quarter" idx="11"/>
          </p:nvPr>
        </p:nvSpPr>
        <p:spPr/>
        <p:txBody>
          <a:bodyPr/>
          <a:lstStyle/>
          <a:p>
            <a:endParaRPr lang="en-KE"/>
          </a:p>
        </p:txBody>
      </p:sp>
      <p:sp>
        <p:nvSpPr>
          <p:cNvPr id="6" name="Slide Number Placeholder 5"/>
          <p:cNvSpPr>
            <a:spLocks noGrp="1"/>
          </p:cNvSpPr>
          <p:nvPr>
            <p:ph type="sldNum" sz="quarter" idx="12"/>
          </p:nvPr>
        </p:nvSpPr>
        <p:spPr/>
        <p:txBody>
          <a:bodyPr/>
          <a:lstStyle/>
          <a:p>
            <a:fld id="{A815A6F4-00D7-4684-80E3-B2158A8B4C34}" type="slidenum">
              <a:rPr lang="en-KE" smtClean="0"/>
              <a:t>‹#›</a:t>
            </a:fld>
            <a:endParaRPr lang="en-KE"/>
          </a:p>
        </p:txBody>
      </p:sp>
    </p:spTree>
    <p:extLst>
      <p:ext uri="{BB962C8B-B14F-4D97-AF65-F5344CB8AC3E}">
        <p14:creationId xmlns:p14="http://schemas.microsoft.com/office/powerpoint/2010/main" val="37638068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DE6B43A-38E5-416C-8D2F-3BD3A19BFFCA}" type="datetimeFigureOut">
              <a:rPr lang="en-KE" smtClean="0"/>
              <a:t>13/01/2026</a:t>
            </a:fld>
            <a:endParaRPr lang="en-KE"/>
          </a:p>
        </p:txBody>
      </p:sp>
      <p:sp>
        <p:nvSpPr>
          <p:cNvPr id="5" name="Footer Placeholder 4"/>
          <p:cNvSpPr>
            <a:spLocks noGrp="1"/>
          </p:cNvSpPr>
          <p:nvPr>
            <p:ph type="ftr" sz="quarter" idx="11"/>
          </p:nvPr>
        </p:nvSpPr>
        <p:spPr/>
        <p:txBody>
          <a:bodyPr/>
          <a:lstStyle/>
          <a:p>
            <a:endParaRPr lang="en-KE"/>
          </a:p>
        </p:txBody>
      </p:sp>
      <p:sp>
        <p:nvSpPr>
          <p:cNvPr id="6" name="Slide Number Placeholder 5"/>
          <p:cNvSpPr>
            <a:spLocks noGrp="1"/>
          </p:cNvSpPr>
          <p:nvPr>
            <p:ph type="sldNum" sz="quarter" idx="12"/>
          </p:nvPr>
        </p:nvSpPr>
        <p:spPr/>
        <p:txBody>
          <a:bodyPr/>
          <a:lstStyle/>
          <a:p>
            <a:fld id="{A815A6F4-00D7-4684-80E3-B2158A8B4C34}" type="slidenum">
              <a:rPr lang="en-KE" smtClean="0"/>
              <a:t>‹#›</a:t>
            </a:fld>
            <a:endParaRPr lang="en-KE"/>
          </a:p>
        </p:txBody>
      </p:sp>
    </p:spTree>
    <p:extLst>
      <p:ext uri="{BB962C8B-B14F-4D97-AF65-F5344CB8AC3E}">
        <p14:creationId xmlns:p14="http://schemas.microsoft.com/office/powerpoint/2010/main" val="21483556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DE6B43A-38E5-416C-8D2F-3BD3A19BFFCA}" type="datetimeFigureOut">
              <a:rPr lang="en-KE" smtClean="0"/>
              <a:t>13/01/2026</a:t>
            </a:fld>
            <a:endParaRPr lang="en-KE"/>
          </a:p>
        </p:txBody>
      </p:sp>
      <p:sp>
        <p:nvSpPr>
          <p:cNvPr id="6" name="Footer Placeholder 5"/>
          <p:cNvSpPr>
            <a:spLocks noGrp="1"/>
          </p:cNvSpPr>
          <p:nvPr>
            <p:ph type="ftr" sz="quarter" idx="11"/>
          </p:nvPr>
        </p:nvSpPr>
        <p:spPr/>
        <p:txBody>
          <a:bodyPr/>
          <a:lstStyle/>
          <a:p>
            <a:endParaRPr lang="en-KE"/>
          </a:p>
        </p:txBody>
      </p:sp>
      <p:sp>
        <p:nvSpPr>
          <p:cNvPr id="7" name="Slide Number Placeholder 6"/>
          <p:cNvSpPr>
            <a:spLocks noGrp="1"/>
          </p:cNvSpPr>
          <p:nvPr>
            <p:ph type="sldNum" sz="quarter" idx="12"/>
          </p:nvPr>
        </p:nvSpPr>
        <p:spPr/>
        <p:txBody>
          <a:bodyPr/>
          <a:lstStyle/>
          <a:p>
            <a:fld id="{A815A6F4-00D7-4684-80E3-B2158A8B4C34}" type="slidenum">
              <a:rPr lang="en-KE" smtClean="0"/>
              <a:t>‹#›</a:t>
            </a:fld>
            <a:endParaRPr lang="en-KE"/>
          </a:p>
        </p:txBody>
      </p:sp>
    </p:spTree>
    <p:extLst>
      <p:ext uri="{BB962C8B-B14F-4D97-AF65-F5344CB8AC3E}">
        <p14:creationId xmlns:p14="http://schemas.microsoft.com/office/powerpoint/2010/main" val="23370557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DE6B43A-38E5-416C-8D2F-3BD3A19BFFCA}" type="datetimeFigureOut">
              <a:rPr lang="en-KE" smtClean="0"/>
              <a:t>13/01/2026</a:t>
            </a:fld>
            <a:endParaRPr lang="en-KE"/>
          </a:p>
        </p:txBody>
      </p:sp>
      <p:sp>
        <p:nvSpPr>
          <p:cNvPr id="8" name="Footer Placeholder 7"/>
          <p:cNvSpPr>
            <a:spLocks noGrp="1"/>
          </p:cNvSpPr>
          <p:nvPr>
            <p:ph type="ftr" sz="quarter" idx="11"/>
          </p:nvPr>
        </p:nvSpPr>
        <p:spPr/>
        <p:txBody>
          <a:bodyPr/>
          <a:lstStyle/>
          <a:p>
            <a:endParaRPr lang="en-KE"/>
          </a:p>
        </p:txBody>
      </p:sp>
      <p:sp>
        <p:nvSpPr>
          <p:cNvPr id="9" name="Slide Number Placeholder 8"/>
          <p:cNvSpPr>
            <a:spLocks noGrp="1"/>
          </p:cNvSpPr>
          <p:nvPr>
            <p:ph type="sldNum" sz="quarter" idx="12"/>
          </p:nvPr>
        </p:nvSpPr>
        <p:spPr/>
        <p:txBody>
          <a:bodyPr/>
          <a:lstStyle/>
          <a:p>
            <a:fld id="{A815A6F4-00D7-4684-80E3-B2158A8B4C34}" type="slidenum">
              <a:rPr lang="en-KE" smtClean="0"/>
              <a:t>‹#›</a:t>
            </a:fld>
            <a:endParaRPr lang="en-KE"/>
          </a:p>
        </p:txBody>
      </p:sp>
    </p:spTree>
    <p:extLst>
      <p:ext uri="{BB962C8B-B14F-4D97-AF65-F5344CB8AC3E}">
        <p14:creationId xmlns:p14="http://schemas.microsoft.com/office/powerpoint/2010/main" val="33211788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FDE6B43A-38E5-416C-8D2F-3BD3A19BFFCA}" type="datetimeFigureOut">
              <a:rPr lang="en-KE" smtClean="0"/>
              <a:t>13/01/2026</a:t>
            </a:fld>
            <a:endParaRPr lang="en-KE"/>
          </a:p>
        </p:txBody>
      </p:sp>
      <p:sp>
        <p:nvSpPr>
          <p:cNvPr id="5" name="Footer Placeholder 3"/>
          <p:cNvSpPr>
            <a:spLocks noGrp="1"/>
          </p:cNvSpPr>
          <p:nvPr>
            <p:ph type="ftr" sz="quarter" idx="11"/>
          </p:nvPr>
        </p:nvSpPr>
        <p:spPr/>
        <p:txBody>
          <a:bodyPr/>
          <a:lstStyle/>
          <a:p>
            <a:endParaRPr lang="en-KE"/>
          </a:p>
        </p:txBody>
      </p:sp>
      <p:sp>
        <p:nvSpPr>
          <p:cNvPr id="6" name="Slide Number Placeholder 4"/>
          <p:cNvSpPr>
            <a:spLocks noGrp="1"/>
          </p:cNvSpPr>
          <p:nvPr>
            <p:ph type="sldNum" sz="quarter" idx="12"/>
          </p:nvPr>
        </p:nvSpPr>
        <p:spPr/>
        <p:txBody>
          <a:bodyPr/>
          <a:lstStyle/>
          <a:p>
            <a:fld id="{A815A6F4-00D7-4684-80E3-B2158A8B4C34}" type="slidenum">
              <a:rPr lang="en-KE" smtClean="0"/>
              <a:t>‹#›</a:t>
            </a:fld>
            <a:endParaRPr lang="en-KE"/>
          </a:p>
        </p:txBody>
      </p:sp>
    </p:spTree>
    <p:extLst>
      <p:ext uri="{BB962C8B-B14F-4D97-AF65-F5344CB8AC3E}">
        <p14:creationId xmlns:p14="http://schemas.microsoft.com/office/powerpoint/2010/main" val="31313204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FDE6B43A-38E5-416C-8D2F-3BD3A19BFFCA}" type="datetimeFigureOut">
              <a:rPr lang="en-KE" smtClean="0"/>
              <a:t>13/01/2026</a:t>
            </a:fld>
            <a:endParaRPr lang="en-KE"/>
          </a:p>
        </p:txBody>
      </p:sp>
      <p:sp>
        <p:nvSpPr>
          <p:cNvPr id="5" name="Footer Placeholder 2"/>
          <p:cNvSpPr>
            <a:spLocks noGrp="1"/>
          </p:cNvSpPr>
          <p:nvPr>
            <p:ph type="ftr" sz="quarter" idx="11"/>
          </p:nvPr>
        </p:nvSpPr>
        <p:spPr/>
        <p:txBody>
          <a:bodyPr/>
          <a:lstStyle/>
          <a:p>
            <a:endParaRPr lang="en-KE"/>
          </a:p>
        </p:txBody>
      </p:sp>
      <p:sp>
        <p:nvSpPr>
          <p:cNvPr id="6" name="Slide Number Placeholder 3"/>
          <p:cNvSpPr>
            <a:spLocks noGrp="1"/>
          </p:cNvSpPr>
          <p:nvPr>
            <p:ph type="sldNum" sz="quarter" idx="12"/>
          </p:nvPr>
        </p:nvSpPr>
        <p:spPr/>
        <p:txBody>
          <a:bodyPr/>
          <a:lstStyle/>
          <a:p>
            <a:fld id="{A815A6F4-00D7-4684-80E3-B2158A8B4C34}" type="slidenum">
              <a:rPr lang="en-KE" smtClean="0"/>
              <a:t>‹#›</a:t>
            </a:fld>
            <a:endParaRPr lang="en-KE"/>
          </a:p>
        </p:txBody>
      </p:sp>
    </p:spTree>
    <p:extLst>
      <p:ext uri="{BB962C8B-B14F-4D97-AF65-F5344CB8AC3E}">
        <p14:creationId xmlns:p14="http://schemas.microsoft.com/office/powerpoint/2010/main" val="5963331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7" name="Date Placeholder 4"/>
          <p:cNvSpPr>
            <a:spLocks noGrp="1"/>
          </p:cNvSpPr>
          <p:nvPr>
            <p:ph type="dt" sz="half" idx="10"/>
          </p:nvPr>
        </p:nvSpPr>
        <p:spPr/>
        <p:txBody>
          <a:bodyPr/>
          <a:lstStyle/>
          <a:p>
            <a:fld id="{FDE6B43A-38E5-416C-8D2F-3BD3A19BFFCA}" type="datetimeFigureOut">
              <a:rPr lang="en-KE" smtClean="0"/>
              <a:t>13/01/2026</a:t>
            </a:fld>
            <a:endParaRPr lang="en-KE"/>
          </a:p>
        </p:txBody>
      </p:sp>
      <p:sp>
        <p:nvSpPr>
          <p:cNvPr id="5" name="Footer Placeholder 5"/>
          <p:cNvSpPr>
            <a:spLocks noGrp="1"/>
          </p:cNvSpPr>
          <p:nvPr>
            <p:ph type="ftr" sz="quarter" idx="11"/>
          </p:nvPr>
        </p:nvSpPr>
        <p:spPr/>
        <p:txBody>
          <a:bodyPr/>
          <a:lstStyle/>
          <a:p>
            <a:endParaRPr lang="en-KE"/>
          </a:p>
        </p:txBody>
      </p:sp>
      <p:sp>
        <p:nvSpPr>
          <p:cNvPr id="6" name="Slide Number Placeholder 6"/>
          <p:cNvSpPr>
            <a:spLocks noGrp="1"/>
          </p:cNvSpPr>
          <p:nvPr>
            <p:ph type="sldNum" sz="quarter" idx="12"/>
          </p:nvPr>
        </p:nvSpPr>
        <p:spPr/>
        <p:txBody>
          <a:bodyPr/>
          <a:lstStyle/>
          <a:p>
            <a:fld id="{A815A6F4-00D7-4684-80E3-B2158A8B4C34}" type="slidenum">
              <a:rPr lang="en-KE" smtClean="0"/>
              <a:t>‹#›</a:t>
            </a:fld>
            <a:endParaRPr lang="en-KE"/>
          </a:p>
        </p:txBody>
      </p:sp>
    </p:spTree>
    <p:extLst>
      <p:ext uri="{BB962C8B-B14F-4D97-AF65-F5344CB8AC3E}">
        <p14:creationId xmlns:p14="http://schemas.microsoft.com/office/powerpoint/2010/main" val="36673922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FDE6B43A-38E5-416C-8D2F-3BD3A19BFFCA}" type="datetimeFigureOut">
              <a:rPr lang="en-KE" smtClean="0"/>
              <a:t>13/01/2026</a:t>
            </a:fld>
            <a:endParaRPr lang="en-KE"/>
          </a:p>
        </p:txBody>
      </p:sp>
      <p:sp>
        <p:nvSpPr>
          <p:cNvPr id="6" name="Footer Placeholder 5"/>
          <p:cNvSpPr>
            <a:spLocks noGrp="1"/>
          </p:cNvSpPr>
          <p:nvPr>
            <p:ph type="ftr" sz="quarter" idx="11"/>
          </p:nvPr>
        </p:nvSpPr>
        <p:spPr/>
        <p:txBody>
          <a:bodyPr/>
          <a:lstStyle/>
          <a:p>
            <a:endParaRPr lang="en-KE"/>
          </a:p>
        </p:txBody>
      </p:sp>
      <p:sp>
        <p:nvSpPr>
          <p:cNvPr id="7" name="Slide Number Placeholder 6"/>
          <p:cNvSpPr>
            <a:spLocks noGrp="1"/>
          </p:cNvSpPr>
          <p:nvPr>
            <p:ph type="sldNum" sz="quarter" idx="12"/>
          </p:nvPr>
        </p:nvSpPr>
        <p:spPr/>
        <p:txBody>
          <a:bodyPr/>
          <a:lstStyle/>
          <a:p>
            <a:fld id="{A815A6F4-00D7-4684-80E3-B2158A8B4C34}" type="slidenum">
              <a:rPr lang="en-KE" smtClean="0"/>
              <a:t>‹#›</a:t>
            </a:fld>
            <a:endParaRPr lang="en-KE"/>
          </a:p>
        </p:txBody>
      </p:sp>
    </p:spTree>
    <p:extLst>
      <p:ext uri="{BB962C8B-B14F-4D97-AF65-F5344CB8AC3E}">
        <p14:creationId xmlns:p14="http://schemas.microsoft.com/office/powerpoint/2010/main" val="17131894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FDE6B43A-38E5-416C-8D2F-3BD3A19BFFCA}" type="datetimeFigureOut">
              <a:rPr lang="en-KE" smtClean="0"/>
              <a:t>13/01/2026</a:t>
            </a:fld>
            <a:endParaRPr lang="en-KE"/>
          </a:p>
        </p:txBody>
      </p:sp>
      <p:sp>
        <p:nvSpPr>
          <p:cNvPr id="6" name="Footer Placeholder 5"/>
          <p:cNvSpPr>
            <a:spLocks noGrp="1"/>
          </p:cNvSpPr>
          <p:nvPr>
            <p:ph type="ftr" sz="quarter" idx="11"/>
          </p:nvPr>
        </p:nvSpPr>
        <p:spPr/>
        <p:txBody>
          <a:bodyPr/>
          <a:lstStyle/>
          <a:p>
            <a:endParaRPr lang="en-KE"/>
          </a:p>
        </p:txBody>
      </p:sp>
      <p:sp>
        <p:nvSpPr>
          <p:cNvPr id="7" name="Slide Number Placeholder 6"/>
          <p:cNvSpPr>
            <a:spLocks noGrp="1"/>
          </p:cNvSpPr>
          <p:nvPr>
            <p:ph type="sldNum" sz="quarter" idx="12"/>
          </p:nvPr>
        </p:nvSpPr>
        <p:spPr/>
        <p:txBody>
          <a:bodyPr/>
          <a:lstStyle/>
          <a:p>
            <a:fld id="{A815A6F4-00D7-4684-80E3-B2158A8B4C34}" type="slidenum">
              <a:rPr lang="en-KE" smtClean="0"/>
              <a:t>‹#›</a:t>
            </a:fld>
            <a:endParaRPr lang="en-KE"/>
          </a:p>
        </p:txBody>
      </p:sp>
    </p:spTree>
    <p:extLst>
      <p:ext uri="{BB962C8B-B14F-4D97-AF65-F5344CB8AC3E}">
        <p14:creationId xmlns:p14="http://schemas.microsoft.com/office/powerpoint/2010/main" val="29973489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FDE6B43A-38E5-416C-8D2F-3BD3A19BFFCA}" type="datetimeFigureOut">
              <a:rPr lang="en-KE" smtClean="0"/>
              <a:t>13/01/2026</a:t>
            </a:fld>
            <a:endParaRPr lang="en-KE"/>
          </a:p>
        </p:txBody>
      </p:sp>
      <p:sp>
        <p:nvSpPr>
          <p:cNvPr id="5" name="Footer Placeholder 4"/>
          <p:cNvSpPr>
            <a:spLocks noGrp="1"/>
          </p:cNvSpPr>
          <p:nvPr>
            <p:ph type="ftr" sz="quarter" idx="11"/>
          </p:nvPr>
        </p:nvSpPr>
        <p:spPr/>
        <p:txBody>
          <a:bodyPr/>
          <a:lstStyle/>
          <a:p>
            <a:endParaRPr lang="en-KE"/>
          </a:p>
        </p:txBody>
      </p:sp>
      <p:sp>
        <p:nvSpPr>
          <p:cNvPr id="6" name="Slide Number Placeholder 5"/>
          <p:cNvSpPr>
            <a:spLocks noGrp="1"/>
          </p:cNvSpPr>
          <p:nvPr>
            <p:ph type="sldNum" sz="quarter" idx="12"/>
          </p:nvPr>
        </p:nvSpPr>
        <p:spPr/>
        <p:txBody>
          <a:bodyPr/>
          <a:lstStyle/>
          <a:p>
            <a:fld id="{A815A6F4-00D7-4684-80E3-B2158A8B4C34}" type="slidenum">
              <a:rPr lang="en-KE" smtClean="0"/>
              <a:t>‹#›</a:t>
            </a:fld>
            <a:endParaRPr lang="en-KE"/>
          </a:p>
        </p:txBody>
      </p:sp>
    </p:spTree>
    <p:extLst>
      <p:ext uri="{BB962C8B-B14F-4D97-AF65-F5344CB8AC3E}">
        <p14:creationId xmlns:p14="http://schemas.microsoft.com/office/powerpoint/2010/main" val="3342372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FDE6B43A-38E5-416C-8D2F-3BD3A19BFFCA}" type="datetimeFigureOut">
              <a:rPr lang="en-KE" smtClean="0"/>
              <a:t>13/01/2026</a:t>
            </a:fld>
            <a:endParaRPr lang="en-KE"/>
          </a:p>
        </p:txBody>
      </p:sp>
      <p:sp>
        <p:nvSpPr>
          <p:cNvPr id="5" name="Footer Placeholder 4"/>
          <p:cNvSpPr>
            <a:spLocks noGrp="1"/>
          </p:cNvSpPr>
          <p:nvPr>
            <p:ph type="ftr" sz="quarter" idx="11"/>
          </p:nvPr>
        </p:nvSpPr>
        <p:spPr/>
        <p:txBody>
          <a:bodyPr/>
          <a:lstStyle/>
          <a:p>
            <a:endParaRPr lang="en-KE"/>
          </a:p>
        </p:txBody>
      </p:sp>
      <p:sp>
        <p:nvSpPr>
          <p:cNvPr id="6" name="Slide Number Placeholder 5"/>
          <p:cNvSpPr>
            <a:spLocks noGrp="1"/>
          </p:cNvSpPr>
          <p:nvPr>
            <p:ph type="sldNum" sz="quarter" idx="12"/>
          </p:nvPr>
        </p:nvSpPr>
        <p:spPr/>
        <p:txBody>
          <a:bodyPr/>
          <a:lstStyle/>
          <a:p>
            <a:fld id="{A815A6F4-00D7-4684-80E3-B2158A8B4C34}" type="slidenum">
              <a:rPr lang="en-KE" smtClean="0"/>
              <a:t>‹#›</a:t>
            </a:fld>
            <a:endParaRPr lang="en-KE"/>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9642237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DE6B43A-38E5-416C-8D2F-3BD3A19BFFCA}" type="datetimeFigureOut">
              <a:rPr lang="en-KE" smtClean="0"/>
              <a:t>13/01/2026</a:t>
            </a:fld>
            <a:endParaRPr lang="en-KE"/>
          </a:p>
        </p:txBody>
      </p:sp>
      <p:sp>
        <p:nvSpPr>
          <p:cNvPr id="5" name="Footer Placeholder 4"/>
          <p:cNvSpPr>
            <a:spLocks noGrp="1"/>
          </p:cNvSpPr>
          <p:nvPr>
            <p:ph type="ftr" sz="quarter" idx="11"/>
          </p:nvPr>
        </p:nvSpPr>
        <p:spPr/>
        <p:txBody>
          <a:bodyPr/>
          <a:lstStyle/>
          <a:p>
            <a:endParaRPr lang="en-KE"/>
          </a:p>
        </p:txBody>
      </p:sp>
      <p:sp>
        <p:nvSpPr>
          <p:cNvPr id="6" name="Slide Number Placeholder 5"/>
          <p:cNvSpPr>
            <a:spLocks noGrp="1"/>
          </p:cNvSpPr>
          <p:nvPr>
            <p:ph type="sldNum" sz="quarter" idx="12"/>
          </p:nvPr>
        </p:nvSpPr>
        <p:spPr/>
        <p:txBody>
          <a:bodyPr/>
          <a:lstStyle/>
          <a:p>
            <a:fld id="{A815A6F4-00D7-4684-80E3-B2158A8B4C34}" type="slidenum">
              <a:rPr lang="en-KE" smtClean="0"/>
              <a:t>‹#›</a:t>
            </a:fld>
            <a:endParaRPr lang="en-KE"/>
          </a:p>
        </p:txBody>
      </p:sp>
    </p:spTree>
    <p:extLst>
      <p:ext uri="{BB962C8B-B14F-4D97-AF65-F5344CB8AC3E}">
        <p14:creationId xmlns:p14="http://schemas.microsoft.com/office/powerpoint/2010/main" val="1678178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FDE6B43A-38E5-416C-8D2F-3BD3A19BFFCA}" type="datetimeFigureOut">
              <a:rPr lang="en-KE" smtClean="0"/>
              <a:t>13/01/2026</a:t>
            </a:fld>
            <a:endParaRPr lang="en-KE"/>
          </a:p>
        </p:txBody>
      </p:sp>
      <p:sp>
        <p:nvSpPr>
          <p:cNvPr id="4" name="Footer Placeholder 4"/>
          <p:cNvSpPr>
            <a:spLocks noGrp="1"/>
          </p:cNvSpPr>
          <p:nvPr>
            <p:ph type="ftr" sz="quarter" idx="11"/>
          </p:nvPr>
        </p:nvSpPr>
        <p:spPr/>
        <p:txBody>
          <a:bodyPr/>
          <a:lstStyle/>
          <a:p>
            <a:endParaRPr lang="en-KE"/>
          </a:p>
        </p:txBody>
      </p:sp>
      <p:sp>
        <p:nvSpPr>
          <p:cNvPr id="6" name="Slide Number Placeholder 5"/>
          <p:cNvSpPr>
            <a:spLocks noGrp="1"/>
          </p:cNvSpPr>
          <p:nvPr>
            <p:ph type="sldNum" sz="quarter" idx="12"/>
          </p:nvPr>
        </p:nvSpPr>
        <p:spPr/>
        <p:txBody>
          <a:bodyPr/>
          <a:lstStyle/>
          <a:p>
            <a:fld id="{A815A6F4-00D7-4684-80E3-B2158A8B4C34}" type="slidenum">
              <a:rPr lang="en-KE" smtClean="0"/>
              <a:t>‹#›</a:t>
            </a:fld>
            <a:endParaRPr lang="en-KE"/>
          </a:p>
        </p:txBody>
      </p:sp>
    </p:spTree>
    <p:extLst>
      <p:ext uri="{BB962C8B-B14F-4D97-AF65-F5344CB8AC3E}">
        <p14:creationId xmlns:p14="http://schemas.microsoft.com/office/powerpoint/2010/main" val="326544575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FDE6B43A-38E5-416C-8D2F-3BD3A19BFFCA}" type="datetimeFigureOut">
              <a:rPr lang="en-KE" smtClean="0"/>
              <a:t>13/01/2026</a:t>
            </a:fld>
            <a:endParaRPr lang="en-KE"/>
          </a:p>
        </p:txBody>
      </p:sp>
      <p:sp>
        <p:nvSpPr>
          <p:cNvPr id="4" name="Footer Placeholder 4"/>
          <p:cNvSpPr>
            <a:spLocks noGrp="1"/>
          </p:cNvSpPr>
          <p:nvPr>
            <p:ph type="ftr" sz="quarter" idx="11"/>
          </p:nvPr>
        </p:nvSpPr>
        <p:spPr/>
        <p:txBody>
          <a:bodyPr/>
          <a:lstStyle/>
          <a:p>
            <a:endParaRPr lang="en-KE"/>
          </a:p>
        </p:txBody>
      </p:sp>
      <p:sp>
        <p:nvSpPr>
          <p:cNvPr id="6" name="Slide Number Placeholder 5"/>
          <p:cNvSpPr>
            <a:spLocks noGrp="1"/>
          </p:cNvSpPr>
          <p:nvPr>
            <p:ph type="sldNum" sz="quarter" idx="12"/>
          </p:nvPr>
        </p:nvSpPr>
        <p:spPr/>
        <p:txBody>
          <a:bodyPr/>
          <a:lstStyle/>
          <a:p>
            <a:fld id="{A815A6F4-00D7-4684-80E3-B2158A8B4C34}" type="slidenum">
              <a:rPr lang="en-KE" smtClean="0"/>
              <a:t>‹#›</a:t>
            </a:fld>
            <a:endParaRPr lang="en-KE"/>
          </a:p>
        </p:txBody>
      </p:sp>
    </p:spTree>
    <p:extLst>
      <p:ext uri="{BB962C8B-B14F-4D97-AF65-F5344CB8AC3E}">
        <p14:creationId xmlns:p14="http://schemas.microsoft.com/office/powerpoint/2010/main" val="11868602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DE6B43A-38E5-416C-8D2F-3BD3A19BFFCA}" type="datetimeFigureOut">
              <a:rPr lang="en-KE" smtClean="0"/>
              <a:t>13/01/2026</a:t>
            </a:fld>
            <a:endParaRPr lang="en-KE"/>
          </a:p>
        </p:txBody>
      </p:sp>
      <p:sp>
        <p:nvSpPr>
          <p:cNvPr id="5" name="Footer Placeholder 4"/>
          <p:cNvSpPr>
            <a:spLocks noGrp="1"/>
          </p:cNvSpPr>
          <p:nvPr>
            <p:ph type="ftr" sz="quarter" idx="11"/>
          </p:nvPr>
        </p:nvSpPr>
        <p:spPr/>
        <p:txBody>
          <a:bodyPr/>
          <a:lstStyle/>
          <a:p>
            <a:endParaRPr lang="en-KE"/>
          </a:p>
        </p:txBody>
      </p:sp>
      <p:sp>
        <p:nvSpPr>
          <p:cNvPr id="6" name="Slide Number Placeholder 5"/>
          <p:cNvSpPr>
            <a:spLocks noGrp="1"/>
          </p:cNvSpPr>
          <p:nvPr>
            <p:ph type="sldNum" sz="quarter" idx="12"/>
          </p:nvPr>
        </p:nvSpPr>
        <p:spPr/>
        <p:txBody>
          <a:bodyPr/>
          <a:lstStyle/>
          <a:p>
            <a:fld id="{A815A6F4-00D7-4684-80E3-B2158A8B4C34}" type="slidenum">
              <a:rPr lang="en-KE" smtClean="0"/>
              <a:t>‹#›</a:t>
            </a:fld>
            <a:endParaRPr lang="en-KE"/>
          </a:p>
        </p:txBody>
      </p:sp>
    </p:spTree>
    <p:extLst>
      <p:ext uri="{BB962C8B-B14F-4D97-AF65-F5344CB8AC3E}">
        <p14:creationId xmlns:p14="http://schemas.microsoft.com/office/powerpoint/2010/main" val="196880037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DE6B43A-38E5-416C-8D2F-3BD3A19BFFCA}" type="datetimeFigureOut">
              <a:rPr lang="en-KE" smtClean="0"/>
              <a:t>13/01/2026</a:t>
            </a:fld>
            <a:endParaRPr lang="en-KE"/>
          </a:p>
        </p:txBody>
      </p:sp>
      <p:sp>
        <p:nvSpPr>
          <p:cNvPr id="5" name="Footer Placeholder 4"/>
          <p:cNvSpPr>
            <a:spLocks noGrp="1"/>
          </p:cNvSpPr>
          <p:nvPr>
            <p:ph type="ftr" sz="quarter" idx="11"/>
          </p:nvPr>
        </p:nvSpPr>
        <p:spPr/>
        <p:txBody>
          <a:bodyPr/>
          <a:lstStyle/>
          <a:p>
            <a:endParaRPr lang="en-KE"/>
          </a:p>
        </p:txBody>
      </p:sp>
      <p:sp>
        <p:nvSpPr>
          <p:cNvPr id="6" name="Slide Number Placeholder 5"/>
          <p:cNvSpPr>
            <a:spLocks noGrp="1"/>
          </p:cNvSpPr>
          <p:nvPr>
            <p:ph type="sldNum" sz="quarter" idx="12"/>
          </p:nvPr>
        </p:nvSpPr>
        <p:spPr/>
        <p:txBody>
          <a:bodyPr/>
          <a:lstStyle/>
          <a:p>
            <a:fld id="{A815A6F4-00D7-4684-80E3-B2158A8B4C34}" type="slidenum">
              <a:rPr lang="en-KE" smtClean="0"/>
              <a:t>‹#›</a:t>
            </a:fld>
            <a:endParaRPr lang="en-KE"/>
          </a:p>
        </p:txBody>
      </p:sp>
    </p:spTree>
    <p:extLst>
      <p:ext uri="{BB962C8B-B14F-4D97-AF65-F5344CB8AC3E}">
        <p14:creationId xmlns:p14="http://schemas.microsoft.com/office/powerpoint/2010/main" val="27016886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FDE6B43A-38E5-416C-8D2F-3BD3A19BFFCA}" type="datetimeFigureOut">
              <a:rPr lang="en-KE" smtClean="0"/>
              <a:t>13/01/2026</a:t>
            </a:fld>
            <a:endParaRPr lang="en-KE"/>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KE"/>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A815A6F4-00D7-4684-80E3-B2158A8B4C34}" type="slidenum">
              <a:rPr lang="en-KE" smtClean="0"/>
              <a:t>‹#›</a:t>
            </a:fld>
            <a:endParaRPr lang="en-KE"/>
          </a:p>
        </p:txBody>
      </p:sp>
    </p:spTree>
    <p:extLst>
      <p:ext uri="{BB962C8B-B14F-4D97-AF65-F5344CB8AC3E}">
        <p14:creationId xmlns:p14="http://schemas.microsoft.com/office/powerpoint/2010/main" val="1762648252"/>
      </p:ext>
    </p:extLst>
  </p:cSld>
  <p:clrMap bg1="dk1" tx1="lt1" bg2="dk2" tx2="lt2" accent1="accent1" accent2="accent2" accent3="accent3" accent4="accent4" accent5="accent5" accent6="accent6" hlink="hlink" folHlink="folHlink"/>
  <p:sldLayoutIdLst>
    <p:sldLayoutId id="2147483750" r:id="rId1"/>
    <p:sldLayoutId id="2147483751" r:id="rId2"/>
    <p:sldLayoutId id="2147483752" r:id="rId3"/>
    <p:sldLayoutId id="2147483753" r:id="rId4"/>
    <p:sldLayoutId id="2147483754" r:id="rId5"/>
    <p:sldLayoutId id="2147483755" r:id="rId6"/>
    <p:sldLayoutId id="2147483756" r:id="rId7"/>
    <p:sldLayoutId id="2147483757" r:id="rId8"/>
    <p:sldLayoutId id="2147483758" r:id="rId9"/>
    <p:sldLayoutId id="2147483759" r:id="rId10"/>
    <p:sldLayoutId id="2147483760" r:id="rId11"/>
    <p:sldLayoutId id="2147483761" r:id="rId12"/>
    <p:sldLayoutId id="2147483762" r:id="rId13"/>
    <p:sldLayoutId id="2147483763" r:id="rId14"/>
    <p:sldLayoutId id="2147483764" r:id="rId15"/>
    <p:sldLayoutId id="2147483765" r:id="rId16"/>
    <p:sldLayoutId id="2147483766"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9A58BA-8538-4542-A63E-0B4E0C17ACF1}"/>
              </a:ext>
            </a:extLst>
          </p:cNvPr>
          <p:cNvSpPr>
            <a:spLocks noGrp="1"/>
          </p:cNvSpPr>
          <p:nvPr>
            <p:ph type="ctrTitle"/>
          </p:nvPr>
        </p:nvSpPr>
        <p:spPr>
          <a:xfrm>
            <a:off x="0" y="513348"/>
            <a:ext cx="11054853" cy="5085348"/>
          </a:xfrm>
        </p:spPr>
        <p:txBody>
          <a:bodyPr/>
          <a:lstStyle/>
          <a:p>
            <a:r>
              <a:rPr lang="en-KE" b="1" dirty="0"/>
              <a:t>MONITORING &amp; ALERTING WITH AMAZON CLOUDWATCH</a:t>
            </a:r>
            <a:endParaRPr lang="en-KE" dirty="0"/>
          </a:p>
        </p:txBody>
      </p:sp>
    </p:spTree>
    <p:extLst>
      <p:ext uri="{BB962C8B-B14F-4D97-AF65-F5344CB8AC3E}">
        <p14:creationId xmlns:p14="http://schemas.microsoft.com/office/powerpoint/2010/main" val="41734903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A35D3F-DCD4-49FF-BF2A-A378C77BBA8D}"/>
              </a:ext>
            </a:extLst>
          </p:cNvPr>
          <p:cNvSpPr>
            <a:spLocks noGrp="1"/>
          </p:cNvSpPr>
          <p:nvPr>
            <p:ph type="title"/>
          </p:nvPr>
        </p:nvSpPr>
        <p:spPr/>
        <p:txBody>
          <a:bodyPr/>
          <a:lstStyle/>
          <a:p>
            <a:r>
              <a:rPr lang="en-KE" sz="4800" b="1" dirty="0"/>
              <a:t>Project Overview</a:t>
            </a:r>
            <a:br>
              <a:rPr lang="en-KE" dirty="0"/>
            </a:br>
            <a:endParaRPr lang="en-KE" dirty="0"/>
          </a:p>
        </p:txBody>
      </p:sp>
      <p:sp>
        <p:nvSpPr>
          <p:cNvPr id="3" name="Content Placeholder 2">
            <a:extLst>
              <a:ext uri="{FF2B5EF4-FFF2-40B4-BE49-F238E27FC236}">
                <a16:creationId xmlns:a16="http://schemas.microsoft.com/office/drawing/2014/main" id="{32AD84BF-CB2C-4D7B-AAF3-89B3A46C6051}"/>
              </a:ext>
            </a:extLst>
          </p:cNvPr>
          <p:cNvSpPr>
            <a:spLocks noGrp="1"/>
          </p:cNvSpPr>
          <p:nvPr>
            <p:ph idx="1"/>
          </p:nvPr>
        </p:nvSpPr>
        <p:spPr>
          <a:xfrm>
            <a:off x="1103312" y="2052918"/>
            <a:ext cx="9789277" cy="4195481"/>
          </a:xfrm>
        </p:spPr>
        <p:txBody>
          <a:bodyPr/>
          <a:lstStyle/>
          <a:p>
            <a:r>
              <a:rPr lang="en-KE" sz="2800" dirty="0"/>
              <a:t>This project focused on implementing a real-time monitoring and alerting solution using AWS native services. The goal was to proactively monitor system performance and receive automated notifications whenever predefined thresholds were exceeded, ensuring system reliability and operational awareness.</a:t>
            </a:r>
          </a:p>
          <a:p>
            <a:endParaRPr lang="en-KE" dirty="0"/>
          </a:p>
        </p:txBody>
      </p:sp>
    </p:spTree>
    <p:extLst>
      <p:ext uri="{BB962C8B-B14F-4D97-AF65-F5344CB8AC3E}">
        <p14:creationId xmlns:p14="http://schemas.microsoft.com/office/powerpoint/2010/main" val="3299716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ABB872-3422-4D7C-89B9-0B9EDF5B9F37}"/>
              </a:ext>
            </a:extLst>
          </p:cNvPr>
          <p:cNvSpPr>
            <a:spLocks noGrp="1"/>
          </p:cNvSpPr>
          <p:nvPr>
            <p:ph type="title"/>
          </p:nvPr>
        </p:nvSpPr>
        <p:spPr/>
        <p:txBody>
          <a:bodyPr/>
          <a:lstStyle/>
          <a:p>
            <a:r>
              <a:rPr lang="en-US" sz="4400" b="1" dirty="0"/>
              <a:t>Objectives</a:t>
            </a:r>
            <a:endParaRPr lang="en-KE" sz="4400" b="1" dirty="0"/>
          </a:p>
        </p:txBody>
      </p:sp>
      <p:sp>
        <p:nvSpPr>
          <p:cNvPr id="3" name="Content Placeholder 2">
            <a:extLst>
              <a:ext uri="{FF2B5EF4-FFF2-40B4-BE49-F238E27FC236}">
                <a16:creationId xmlns:a16="http://schemas.microsoft.com/office/drawing/2014/main" id="{55527532-EEAE-4973-B1ED-1B1685423C57}"/>
              </a:ext>
            </a:extLst>
          </p:cNvPr>
          <p:cNvSpPr>
            <a:spLocks noGrp="1"/>
          </p:cNvSpPr>
          <p:nvPr>
            <p:ph idx="1"/>
          </p:nvPr>
        </p:nvSpPr>
        <p:spPr/>
        <p:txBody>
          <a:bodyPr/>
          <a:lstStyle/>
          <a:p>
            <a:r>
              <a:rPr lang="en-KE" sz="2800" dirty="0"/>
              <a:t>Monitor the performance of </a:t>
            </a:r>
            <a:r>
              <a:rPr lang="en-KE" sz="2800" b="1" dirty="0"/>
              <a:t>Amazon EC2</a:t>
            </a:r>
            <a:r>
              <a:rPr lang="en-KE" sz="2800" dirty="0"/>
              <a:t> instances</a:t>
            </a:r>
          </a:p>
          <a:p>
            <a:pPr lvl="0"/>
            <a:r>
              <a:rPr lang="en-KE" sz="2800" dirty="0"/>
              <a:t>Configure alarms based on key performance metrics</a:t>
            </a:r>
          </a:p>
          <a:p>
            <a:pPr lvl="0"/>
            <a:r>
              <a:rPr lang="en-KE" sz="2800" dirty="0"/>
              <a:t>Set up automated notifications for critical events</a:t>
            </a:r>
          </a:p>
          <a:p>
            <a:endParaRPr lang="en-KE" dirty="0"/>
          </a:p>
        </p:txBody>
      </p:sp>
    </p:spTree>
    <p:extLst>
      <p:ext uri="{BB962C8B-B14F-4D97-AF65-F5344CB8AC3E}">
        <p14:creationId xmlns:p14="http://schemas.microsoft.com/office/powerpoint/2010/main" val="11148713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E0590D-86A2-4EE2-A90F-1ACDB28B9A18}"/>
              </a:ext>
            </a:extLst>
          </p:cNvPr>
          <p:cNvSpPr>
            <a:spLocks noGrp="1"/>
          </p:cNvSpPr>
          <p:nvPr>
            <p:ph type="title"/>
          </p:nvPr>
        </p:nvSpPr>
        <p:spPr/>
        <p:txBody>
          <a:bodyPr/>
          <a:lstStyle/>
          <a:p>
            <a:r>
              <a:rPr lang="en-KE" b="1" dirty="0"/>
              <a:t>AWS </a:t>
            </a:r>
            <a:r>
              <a:rPr lang="en-KE" sz="4400" b="1" dirty="0"/>
              <a:t>Services</a:t>
            </a:r>
            <a:r>
              <a:rPr lang="en-KE" b="1" dirty="0"/>
              <a:t> Used</a:t>
            </a:r>
            <a:br>
              <a:rPr lang="en-KE" dirty="0"/>
            </a:br>
            <a:endParaRPr lang="en-KE" dirty="0"/>
          </a:p>
        </p:txBody>
      </p:sp>
      <p:sp>
        <p:nvSpPr>
          <p:cNvPr id="3" name="Content Placeholder 2">
            <a:extLst>
              <a:ext uri="{FF2B5EF4-FFF2-40B4-BE49-F238E27FC236}">
                <a16:creationId xmlns:a16="http://schemas.microsoft.com/office/drawing/2014/main" id="{B3406317-17C6-4020-809D-9603BF12725D}"/>
              </a:ext>
            </a:extLst>
          </p:cNvPr>
          <p:cNvSpPr>
            <a:spLocks noGrp="1"/>
          </p:cNvSpPr>
          <p:nvPr>
            <p:ph idx="1"/>
          </p:nvPr>
        </p:nvSpPr>
        <p:spPr/>
        <p:txBody>
          <a:bodyPr/>
          <a:lstStyle/>
          <a:p>
            <a:pPr lvl="0"/>
            <a:r>
              <a:rPr lang="en-KE" sz="2800" b="1" dirty="0"/>
              <a:t>Amazon CloudWatch</a:t>
            </a:r>
            <a:r>
              <a:rPr lang="en-KE" sz="2800" dirty="0"/>
              <a:t> – for metrics collection, monitoring, and alarms</a:t>
            </a:r>
          </a:p>
          <a:p>
            <a:pPr lvl="0"/>
            <a:r>
              <a:rPr lang="en-KE" sz="2800" b="1" dirty="0"/>
              <a:t>Amazon SNS</a:t>
            </a:r>
            <a:r>
              <a:rPr lang="en-KE" sz="2800" dirty="0"/>
              <a:t> – for sending alert notifications via email</a:t>
            </a:r>
          </a:p>
          <a:p>
            <a:endParaRPr lang="en-KE" sz="2800" dirty="0"/>
          </a:p>
        </p:txBody>
      </p:sp>
    </p:spTree>
    <p:extLst>
      <p:ext uri="{BB962C8B-B14F-4D97-AF65-F5344CB8AC3E}">
        <p14:creationId xmlns:p14="http://schemas.microsoft.com/office/powerpoint/2010/main" val="27240920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D4ED7E-FC84-4A38-AE45-CD83660BAD4D}"/>
              </a:ext>
            </a:extLst>
          </p:cNvPr>
          <p:cNvSpPr>
            <a:spLocks noGrp="1"/>
          </p:cNvSpPr>
          <p:nvPr>
            <p:ph type="title"/>
          </p:nvPr>
        </p:nvSpPr>
        <p:spPr/>
        <p:txBody>
          <a:bodyPr/>
          <a:lstStyle/>
          <a:p>
            <a:r>
              <a:rPr lang="en-US" sz="4400" b="1" dirty="0"/>
              <a:t>Key Responsibilities</a:t>
            </a:r>
            <a:br>
              <a:rPr lang="en-KE" sz="4400" dirty="0"/>
            </a:br>
            <a:endParaRPr lang="en-KE" sz="4400" dirty="0"/>
          </a:p>
        </p:txBody>
      </p:sp>
      <p:sp>
        <p:nvSpPr>
          <p:cNvPr id="3" name="Content Placeholder 2">
            <a:extLst>
              <a:ext uri="{FF2B5EF4-FFF2-40B4-BE49-F238E27FC236}">
                <a16:creationId xmlns:a16="http://schemas.microsoft.com/office/drawing/2014/main" id="{104540AA-5CE7-4B68-BD18-584E135DB0D1}"/>
              </a:ext>
            </a:extLst>
          </p:cNvPr>
          <p:cNvSpPr>
            <a:spLocks noGrp="1"/>
          </p:cNvSpPr>
          <p:nvPr>
            <p:ph idx="1"/>
          </p:nvPr>
        </p:nvSpPr>
        <p:spPr/>
        <p:txBody>
          <a:bodyPr/>
          <a:lstStyle/>
          <a:p>
            <a:pPr lvl="0"/>
            <a:r>
              <a:rPr lang="en-KE" sz="2800" dirty="0"/>
              <a:t>Enabled CloudWatch monitoring on EC2 instances</a:t>
            </a:r>
          </a:p>
          <a:p>
            <a:pPr lvl="0"/>
            <a:r>
              <a:rPr lang="en-KE" sz="2800" dirty="0"/>
              <a:t>Tracked CPU utilization metrics in real time</a:t>
            </a:r>
          </a:p>
          <a:p>
            <a:r>
              <a:rPr lang="en-KE" sz="2800" dirty="0"/>
              <a:t>Created CloudWatch alarms with defined CPU usage thresholds</a:t>
            </a:r>
          </a:p>
          <a:p>
            <a:r>
              <a:rPr lang="en-KE" sz="2800" dirty="0"/>
              <a:t>Integrated alarms with Amazon SNS to send email notifications when thresholds were breached</a:t>
            </a:r>
          </a:p>
          <a:p>
            <a:endParaRPr lang="en-KE" dirty="0"/>
          </a:p>
        </p:txBody>
      </p:sp>
    </p:spTree>
    <p:extLst>
      <p:ext uri="{BB962C8B-B14F-4D97-AF65-F5344CB8AC3E}">
        <p14:creationId xmlns:p14="http://schemas.microsoft.com/office/powerpoint/2010/main" val="36085785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B51C67-247F-493F-846D-3509A8BE8179}"/>
              </a:ext>
            </a:extLst>
          </p:cNvPr>
          <p:cNvSpPr>
            <a:spLocks noGrp="1"/>
          </p:cNvSpPr>
          <p:nvPr>
            <p:ph type="title"/>
          </p:nvPr>
        </p:nvSpPr>
        <p:spPr/>
        <p:txBody>
          <a:bodyPr/>
          <a:lstStyle/>
          <a:p>
            <a:r>
              <a:rPr lang="en-KE" sz="4400" dirty="0"/>
              <a:t>Enabled CloudWatch monitoring on EC2 instances</a:t>
            </a:r>
            <a:br>
              <a:rPr lang="en-KE" sz="4400" dirty="0"/>
            </a:br>
            <a:endParaRPr lang="en-KE" dirty="0"/>
          </a:p>
        </p:txBody>
      </p:sp>
      <p:pic>
        <p:nvPicPr>
          <p:cNvPr id="5" name="Picture 4">
            <a:extLst>
              <a:ext uri="{FF2B5EF4-FFF2-40B4-BE49-F238E27FC236}">
                <a16:creationId xmlns:a16="http://schemas.microsoft.com/office/drawing/2014/main" id="{DEBEA112-401E-44A4-B6C8-DBB50B1D6E32}"/>
              </a:ext>
            </a:extLst>
          </p:cNvPr>
          <p:cNvPicPr>
            <a:picLocks noChangeAspect="1"/>
          </p:cNvPicPr>
          <p:nvPr/>
        </p:nvPicPr>
        <p:blipFill>
          <a:blip r:embed="rId2"/>
          <a:stretch>
            <a:fillRect/>
          </a:stretch>
        </p:blipFill>
        <p:spPr>
          <a:xfrm>
            <a:off x="1" y="1940625"/>
            <a:ext cx="12192000" cy="4764975"/>
          </a:xfrm>
          <a:prstGeom prst="rect">
            <a:avLst/>
          </a:prstGeom>
        </p:spPr>
      </p:pic>
      <p:sp>
        <p:nvSpPr>
          <p:cNvPr id="7" name="Content Placeholder 6">
            <a:extLst>
              <a:ext uri="{FF2B5EF4-FFF2-40B4-BE49-F238E27FC236}">
                <a16:creationId xmlns:a16="http://schemas.microsoft.com/office/drawing/2014/main" id="{0ED2AD33-6248-47EC-A8B6-A1A75E28EC38}"/>
              </a:ext>
            </a:extLst>
          </p:cNvPr>
          <p:cNvSpPr>
            <a:spLocks noGrp="1"/>
          </p:cNvSpPr>
          <p:nvPr>
            <p:ph idx="1"/>
          </p:nvPr>
        </p:nvSpPr>
        <p:spPr/>
        <p:txBody>
          <a:bodyPr/>
          <a:lstStyle/>
          <a:p>
            <a:endParaRPr lang="en-KE" dirty="0"/>
          </a:p>
        </p:txBody>
      </p:sp>
    </p:spTree>
    <p:extLst>
      <p:ext uri="{BB962C8B-B14F-4D97-AF65-F5344CB8AC3E}">
        <p14:creationId xmlns:p14="http://schemas.microsoft.com/office/powerpoint/2010/main" val="33576191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3A7CA5-CE3E-40AA-9050-39FFA5B0C51E}"/>
              </a:ext>
            </a:extLst>
          </p:cNvPr>
          <p:cNvSpPr>
            <a:spLocks noGrp="1"/>
          </p:cNvSpPr>
          <p:nvPr>
            <p:ph type="title"/>
          </p:nvPr>
        </p:nvSpPr>
        <p:spPr/>
        <p:txBody>
          <a:bodyPr/>
          <a:lstStyle/>
          <a:p>
            <a:r>
              <a:rPr lang="en-KE" sz="4400" dirty="0"/>
              <a:t>Tracked CPU utilization metrics in real time</a:t>
            </a:r>
            <a:br>
              <a:rPr lang="en-KE" sz="4400" dirty="0"/>
            </a:br>
            <a:endParaRPr lang="en-KE" dirty="0"/>
          </a:p>
        </p:txBody>
      </p:sp>
      <p:pic>
        <p:nvPicPr>
          <p:cNvPr id="4" name="Content Placeholder 3">
            <a:extLst>
              <a:ext uri="{FF2B5EF4-FFF2-40B4-BE49-F238E27FC236}">
                <a16:creationId xmlns:a16="http://schemas.microsoft.com/office/drawing/2014/main" id="{D98B1F2F-FF39-41B3-B11C-A53157DD7D18}"/>
              </a:ext>
            </a:extLst>
          </p:cNvPr>
          <p:cNvPicPr>
            <a:picLocks noGrp="1" noChangeAspect="1"/>
          </p:cNvPicPr>
          <p:nvPr>
            <p:ph idx="1"/>
          </p:nvPr>
        </p:nvPicPr>
        <p:blipFill>
          <a:blip r:embed="rId2"/>
          <a:stretch>
            <a:fillRect/>
          </a:stretch>
        </p:blipFill>
        <p:spPr>
          <a:xfrm>
            <a:off x="0" y="2052638"/>
            <a:ext cx="12192000" cy="4805362"/>
          </a:xfrm>
          <a:prstGeom prst="rect">
            <a:avLst/>
          </a:prstGeom>
        </p:spPr>
      </p:pic>
    </p:spTree>
    <p:extLst>
      <p:ext uri="{BB962C8B-B14F-4D97-AF65-F5344CB8AC3E}">
        <p14:creationId xmlns:p14="http://schemas.microsoft.com/office/powerpoint/2010/main" val="36930196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CFA843-8BBB-4898-8412-0F1A61000233}"/>
              </a:ext>
            </a:extLst>
          </p:cNvPr>
          <p:cNvSpPr>
            <a:spLocks noGrp="1"/>
          </p:cNvSpPr>
          <p:nvPr>
            <p:ph type="title"/>
          </p:nvPr>
        </p:nvSpPr>
        <p:spPr/>
        <p:txBody>
          <a:bodyPr/>
          <a:lstStyle/>
          <a:p>
            <a:r>
              <a:rPr lang="en-KE" sz="4400" dirty="0"/>
              <a:t>Created CloudWatch alarms with defined CPU usage thresholds</a:t>
            </a:r>
            <a:br>
              <a:rPr lang="en-KE" sz="4400" dirty="0"/>
            </a:br>
            <a:endParaRPr lang="en-KE" dirty="0"/>
          </a:p>
        </p:txBody>
      </p:sp>
      <p:pic>
        <p:nvPicPr>
          <p:cNvPr id="4" name="Content Placeholder 3">
            <a:extLst>
              <a:ext uri="{FF2B5EF4-FFF2-40B4-BE49-F238E27FC236}">
                <a16:creationId xmlns:a16="http://schemas.microsoft.com/office/drawing/2014/main" id="{F6E5CABE-B317-4F96-AF45-1CABF3114B3A}"/>
              </a:ext>
            </a:extLst>
          </p:cNvPr>
          <p:cNvPicPr>
            <a:picLocks noGrp="1"/>
          </p:cNvPicPr>
          <p:nvPr>
            <p:ph idx="1"/>
          </p:nvPr>
        </p:nvPicPr>
        <p:blipFill>
          <a:blip r:embed="rId2"/>
          <a:stretch>
            <a:fillRect/>
          </a:stretch>
        </p:blipFill>
        <p:spPr>
          <a:xfrm>
            <a:off x="529388" y="2052638"/>
            <a:ext cx="11069053" cy="4805362"/>
          </a:xfrm>
          <a:prstGeom prst="rect">
            <a:avLst/>
          </a:prstGeom>
        </p:spPr>
      </p:pic>
    </p:spTree>
    <p:extLst>
      <p:ext uri="{BB962C8B-B14F-4D97-AF65-F5344CB8AC3E}">
        <p14:creationId xmlns:p14="http://schemas.microsoft.com/office/powerpoint/2010/main" val="27944373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6F0447-D34E-4C8B-A92F-9C58C6BF025C}"/>
              </a:ext>
            </a:extLst>
          </p:cNvPr>
          <p:cNvSpPr>
            <a:spLocks noGrp="1"/>
          </p:cNvSpPr>
          <p:nvPr>
            <p:ph type="title"/>
          </p:nvPr>
        </p:nvSpPr>
        <p:spPr/>
        <p:txBody>
          <a:bodyPr/>
          <a:lstStyle/>
          <a:p>
            <a:r>
              <a:rPr lang="en-KE" sz="3200" dirty="0"/>
              <a:t>Integrated alarms with Amazon SNS to send email notifications when thresholds were breached</a:t>
            </a:r>
          </a:p>
        </p:txBody>
      </p:sp>
      <p:pic>
        <p:nvPicPr>
          <p:cNvPr id="5" name="Content Placeholder 4">
            <a:extLst>
              <a:ext uri="{FF2B5EF4-FFF2-40B4-BE49-F238E27FC236}">
                <a16:creationId xmlns:a16="http://schemas.microsoft.com/office/drawing/2014/main" id="{C01FEEAA-45C6-4049-A45F-BAE2233B48A6}"/>
              </a:ext>
            </a:extLst>
          </p:cNvPr>
          <p:cNvPicPr>
            <a:picLocks noGrp="1"/>
          </p:cNvPicPr>
          <p:nvPr>
            <p:ph sz="half" idx="1"/>
          </p:nvPr>
        </p:nvPicPr>
        <p:blipFill>
          <a:blip r:embed="rId2"/>
          <a:stretch>
            <a:fillRect/>
          </a:stretch>
        </p:blipFill>
        <p:spPr>
          <a:xfrm>
            <a:off x="208548" y="2088177"/>
            <a:ext cx="11438020" cy="4649508"/>
          </a:xfrm>
          <a:prstGeom prst="rect">
            <a:avLst/>
          </a:prstGeom>
        </p:spPr>
      </p:pic>
    </p:spTree>
    <p:extLst>
      <p:ext uri="{BB962C8B-B14F-4D97-AF65-F5344CB8AC3E}">
        <p14:creationId xmlns:p14="http://schemas.microsoft.com/office/powerpoint/2010/main" val="34482648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78A9EB-B411-49FA-9D48-08CE8858331B}"/>
              </a:ext>
            </a:extLst>
          </p:cNvPr>
          <p:cNvSpPr>
            <a:spLocks noGrp="1"/>
          </p:cNvSpPr>
          <p:nvPr>
            <p:ph type="ctrTitle"/>
          </p:nvPr>
        </p:nvSpPr>
        <p:spPr>
          <a:xfrm>
            <a:off x="1154955" y="593559"/>
            <a:ext cx="8825658" cy="1235242"/>
          </a:xfrm>
        </p:spPr>
        <p:txBody>
          <a:bodyPr/>
          <a:lstStyle/>
          <a:p>
            <a:r>
              <a:rPr lang="en-US" dirty="0" err="1"/>
              <a:t>Cont</a:t>
            </a:r>
            <a:r>
              <a:rPr lang="en-US" dirty="0"/>
              <a:t>…</a:t>
            </a:r>
            <a:endParaRPr lang="en-KE" dirty="0"/>
          </a:p>
        </p:txBody>
      </p:sp>
      <p:sp>
        <p:nvSpPr>
          <p:cNvPr id="3" name="Subtitle 2">
            <a:extLst>
              <a:ext uri="{FF2B5EF4-FFF2-40B4-BE49-F238E27FC236}">
                <a16:creationId xmlns:a16="http://schemas.microsoft.com/office/drawing/2014/main" id="{75AB5BFF-1A6B-4880-887C-242DE963B2B9}"/>
              </a:ext>
            </a:extLst>
          </p:cNvPr>
          <p:cNvSpPr>
            <a:spLocks noGrp="1"/>
          </p:cNvSpPr>
          <p:nvPr>
            <p:ph type="subTitle" idx="1"/>
          </p:nvPr>
        </p:nvSpPr>
        <p:spPr/>
        <p:txBody>
          <a:bodyPr/>
          <a:lstStyle/>
          <a:p>
            <a:endParaRPr lang="en-KE"/>
          </a:p>
        </p:txBody>
      </p:sp>
      <p:pic>
        <p:nvPicPr>
          <p:cNvPr id="4" name="Content Placeholder 5">
            <a:extLst>
              <a:ext uri="{FF2B5EF4-FFF2-40B4-BE49-F238E27FC236}">
                <a16:creationId xmlns:a16="http://schemas.microsoft.com/office/drawing/2014/main" id="{84C078CC-64DA-4E0B-8C91-4F0B955A859C}"/>
              </a:ext>
            </a:extLst>
          </p:cNvPr>
          <p:cNvPicPr>
            <a:picLocks noGrp="1"/>
          </p:cNvPicPr>
          <p:nvPr>
            <p:ph sz="half" idx="2"/>
          </p:nvPr>
        </p:nvPicPr>
        <p:blipFill>
          <a:blip r:embed="rId2"/>
          <a:stretch>
            <a:fillRect/>
          </a:stretch>
        </p:blipFill>
        <p:spPr>
          <a:xfrm>
            <a:off x="625642" y="2073441"/>
            <a:ext cx="9914021" cy="4191000"/>
          </a:xfrm>
          <a:prstGeom prst="rect">
            <a:avLst/>
          </a:prstGeom>
        </p:spPr>
      </p:pic>
    </p:spTree>
    <p:extLst>
      <p:ext uri="{BB962C8B-B14F-4D97-AF65-F5344CB8AC3E}">
        <p14:creationId xmlns:p14="http://schemas.microsoft.com/office/powerpoint/2010/main" val="16919168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B2EA34-21AC-45DA-85EF-90714B55CBF0}"/>
              </a:ext>
            </a:extLst>
          </p:cNvPr>
          <p:cNvSpPr>
            <a:spLocks noGrp="1"/>
          </p:cNvSpPr>
          <p:nvPr>
            <p:ph type="title"/>
          </p:nvPr>
        </p:nvSpPr>
        <p:spPr/>
        <p:txBody>
          <a:bodyPr/>
          <a:lstStyle/>
          <a:p>
            <a:r>
              <a:rPr lang="en-US" dirty="0" err="1"/>
              <a:t>Cont</a:t>
            </a:r>
            <a:r>
              <a:rPr lang="en-US" dirty="0"/>
              <a:t>…</a:t>
            </a:r>
            <a:endParaRPr lang="en-KE" dirty="0"/>
          </a:p>
        </p:txBody>
      </p:sp>
      <p:pic>
        <p:nvPicPr>
          <p:cNvPr id="5" name="Content Placeholder 4">
            <a:extLst>
              <a:ext uri="{FF2B5EF4-FFF2-40B4-BE49-F238E27FC236}">
                <a16:creationId xmlns:a16="http://schemas.microsoft.com/office/drawing/2014/main" id="{0F5D7244-A0E7-4AF4-BDAB-CA8D396D7770}"/>
              </a:ext>
            </a:extLst>
          </p:cNvPr>
          <p:cNvPicPr>
            <a:picLocks noGrp="1"/>
          </p:cNvPicPr>
          <p:nvPr>
            <p:ph sz="half" idx="1"/>
          </p:nvPr>
        </p:nvPicPr>
        <p:blipFill>
          <a:blip r:embed="rId2"/>
          <a:stretch>
            <a:fillRect/>
          </a:stretch>
        </p:blipFill>
        <p:spPr>
          <a:xfrm>
            <a:off x="0" y="1315453"/>
            <a:ext cx="12192000" cy="5542547"/>
          </a:xfrm>
          <a:prstGeom prst="rect">
            <a:avLst/>
          </a:prstGeom>
        </p:spPr>
      </p:pic>
    </p:spTree>
    <p:extLst>
      <p:ext uri="{BB962C8B-B14F-4D97-AF65-F5344CB8AC3E}">
        <p14:creationId xmlns:p14="http://schemas.microsoft.com/office/powerpoint/2010/main" val="26236814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642914-DDA1-4427-85CE-C611C078F7A4}"/>
              </a:ext>
            </a:extLst>
          </p:cNvPr>
          <p:cNvSpPr>
            <a:spLocks noGrp="1"/>
          </p:cNvSpPr>
          <p:nvPr>
            <p:ph type="ctrTitle"/>
          </p:nvPr>
        </p:nvSpPr>
        <p:spPr>
          <a:xfrm>
            <a:off x="1154955" y="192506"/>
            <a:ext cx="8825658" cy="1026694"/>
          </a:xfrm>
        </p:spPr>
        <p:txBody>
          <a:bodyPr/>
          <a:lstStyle/>
          <a:p>
            <a:r>
              <a:rPr lang="en-US" dirty="0" err="1"/>
              <a:t>Cont</a:t>
            </a:r>
            <a:r>
              <a:rPr lang="en-US" dirty="0"/>
              <a:t>…</a:t>
            </a:r>
            <a:endParaRPr lang="en-KE" dirty="0"/>
          </a:p>
        </p:txBody>
      </p:sp>
      <p:sp>
        <p:nvSpPr>
          <p:cNvPr id="3" name="Subtitle 2">
            <a:extLst>
              <a:ext uri="{FF2B5EF4-FFF2-40B4-BE49-F238E27FC236}">
                <a16:creationId xmlns:a16="http://schemas.microsoft.com/office/drawing/2014/main" id="{9EB4C731-A5F1-4D2D-9ECE-2A76BB808F2A}"/>
              </a:ext>
            </a:extLst>
          </p:cNvPr>
          <p:cNvSpPr>
            <a:spLocks noGrp="1"/>
          </p:cNvSpPr>
          <p:nvPr>
            <p:ph type="subTitle" idx="1"/>
          </p:nvPr>
        </p:nvSpPr>
        <p:spPr/>
        <p:txBody>
          <a:bodyPr/>
          <a:lstStyle/>
          <a:p>
            <a:endParaRPr lang="en-KE"/>
          </a:p>
        </p:txBody>
      </p:sp>
      <p:pic>
        <p:nvPicPr>
          <p:cNvPr id="4" name="Content Placeholder 5">
            <a:extLst>
              <a:ext uri="{FF2B5EF4-FFF2-40B4-BE49-F238E27FC236}">
                <a16:creationId xmlns:a16="http://schemas.microsoft.com/office/drawing/2014/main" id="{C65351F2-9DCD-41BF-8BC1-0B6DDCF2B6B5}"/>
              </a:ext>
            </a:extLst>
          </p:cNvPr>
          <p:cNvPicPr>
            <a:picLocks noGrp="1"/>
          </p:cNvPicPr>
          <p:nvPr>
            <p:ph sz="half" idx="2"/>
          </p:nvPr>
        </p:nvPicPr>
        <p:blipFill>
          <a:blip r:embed="rId2"/>
          <a:stretch>
            <a:fillRect/>
          </a:stretch>
        </p:blipFill>
        <p:spPr>
          <a:xfrm>
            <a:off x="481263" y="1548063"/>
            <a:ext cx="11566357" cy="5117431"/>
          </a:xfrm>
          <a:prstGeom prst="rect">
            <a:avLst/>
          </a:prstGeom>
        </p:spPr>
      </p:pic>
    </p:spTree>
    <p:extLst>
      <p:ext uri="{BB962C8B-B14F-4D97-AF65-F5344CB8AC3E}">
        <p14:creationId xmlns:p14="http://schemas.microsoft.com/office/powerpoint/2010/main" val="7244458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5A29B-F9D8-4179-9CC1-CF26DE470AA2}"/>
              </a:ext>
            </a:extLst>
          </p:cNvPr>
          <p:cNvSpPr>
            <a:spLocks noGrp="1"/>
          </p:cNvSpPr>
          <p:nvPr>
            <p:ph type="title"/>
          </p:nvPr>
        </p:nvSpPr>
        <p:spPr/>
        <p:txBody>
          <a:bodyPr/>
          <a:lstStyle/>
          <a:p>
            <a:r>
              <a:rPr lang="en-KE" sz="4400" b="1" dirty="0"/>
              <a:t>Security Considerations</a:t>
            </a:r>
            <a:br>
              <a:rPr lang="en-KE" dirty="0"/>
            </a:br>
            <a:endParaRPr lang="en-KE" dirty="0"/>
          </a:p>
        </p:txBody>
      </p:sp>
      <p:sp>
        <p:nvSpPr>
          <p:cNvPr id="3" name="Content Placeholder 2">
            <a:extLst>
              <a:ext uri="{FF2B5EF4-FFF2-40B4-BE49-F238E27FC236}">
                <a16:creationId xmlns:a16="http://schemas.microsoft.com/office/drawing/2014/main" id="{BA056BE3-361D-404A-A750-627B847C016D}"/>
              </a:ext>
            </a:extLst>
          </p:cNvPr>
          <p:cNvSpPr>
            <a:spLocks noGrp="1"/>
          </p:cNvSpPr>
          <p:nvPr>
            <p:ph idx="1"/>
          </p:nvPr>
        </p:nvSpPr>
        <p:spPr/>
        <p:txBody>
          <a:bodyPr/>
          <a:lstStyle/>
          <a:p>
            <a:pPr lvl="0"/>
            <a:r>
              <a:rPr lang="en-KE" sz="2800" dirty="0"/>
              <a:t>Alert notifications were restricted to authorized email recipients only</a:t>
            </a:r>
          </a:p>
          <a:p>
            <a:pPr lvl="0"/>
            <a:r>
              <a:rPr lang="en-KE" sz="2800" dirty="0"/>
              <a:t>AWS IAM best practices were followed to ensure secure access to monitoring and notification services</a:t>
            </a:r>
          </a:p>
          <a:p>
            <a:endParaRPr lang="en-KE" dirty="0"/>
          </a:p>
        </p:txBody>
      </p:sp>
    </p:spTree>
    <p:extLst>
      <p:ext uri="{BB962C8B-B14F-4D97-AF65-F5344CB8AC3E}">
        <p14:creationId xmlns:p14="http://schemas.microsoft.com/office/powerpoint/2010/main" val="17432581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9950F-22B4-4208-9B47-EDB0C3E51471}"/>
              </a:ext>
            </a:extLst>
          </p:cNvPr>
          <p:cNvSpPr>
            <a:spLocks noGrp="1"/>
          </p:cNvSpPr>
          <p:nvPr>
            <p:ph type="title"/>
          </p:nvPr>
        </p:nvSpPr>
        <p:spPr/>
        <p:txBody>
          <a:bodyPr/>
          <a:lstStyle/>
          <a:p>
            <a:r>
              <a:rPr lang="en-KE" sz="4400" b="1" dirty="0"/>
              <a:t>Results &amp; Outcomes</a:t>
            </a:r>
            <a:br>
              <a:rPr lang="en-KE" dirty="0"/>
            </a:br>
            <a:endParaRPr lang="en-KE" dirty="0"/>
          </a:p>
        </p:txBody>
      </p:sp>
      <p:sp>
        <p:nvSpPr>
          <p:cNvPr id="3" name="Content Placeholder 2">
            <a:extLst>
              <a:ext uri="{FF2B5EF4-FFF2-40B4-BE49-F238E27FC236}">
                <a16:creationId xmlns:a16="http://schemas.microsoft.com/office/drawing/2014/main" id="{08424D13-02F9-4D33-91C5-3A09B1A2A650}"/>
              </a:ext>
            </a:extLst>
          </p:cNvPr>
          <p:cNvSpPr>
            <a:spLocks noGrp="1"/>
          </p:cNvSpPr>
          <p:nvPr>
            <p:ph idx="1"/>
          </p:nvPr>
        </p:nvSpPr>
        <p:spPr/>
        <p:txBody>
          <a:bodyPr/>
          <a:lstStyle/>
          <a:p>
            <a:pPr lvl="0"/>
            <a:r>
              <a:rPr lang="en-KE" sz="2800" dirty="0"/>
              <a:t>Successfully implemented automated monitoring and alerting</a:t>
            </a:r>
          </a:p>
          <a:p>
            <a:pPr lvl="0"/>
            <a:r>
              <a:rPr lang="en-KE" sz="2800" dirty="0"/>
              <a:t>Achieved real-time visibility into EC2 performance</a:t>
            </a:r>
          </a:p>
          <a:p>
            <a:pPr lvl="0"/>
            <a:r>
              <a:rPr lang="en-KE" sz="2800" dirty="0"/>
              <a:t>Enabled proactive response to potential performance issues before system failure</a:t>
            </a:r>
            <a:endParaRPr lang="en-US" sz="2800" dirty="0"/>
          </a:p>
          <a:p>
            <a:pPr lvl="0"/>
            <a:endParaRPr lang="en-KE" sz="2800" dirty="0"/>
          </a:p>
          <a:p>
            <a:endParaRPr lang="en-KE" dirty="0"/>
          </a:p>
        </p:txBody>
      </p:sp>
    </p:spTree>
    <p:extLst>
      <p:ext uri="{BB962C8B-B14F-4D97-AF65-F5344CB8AC3E}">
        <p14:creationId xmlns:p14="http://schemas.microsoft.com/office/powerpoint/2010/main" val="25644296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811D89-2BAE-4629-8F15-4D75779CB4CE}"/>
              </a:ext>
            </a:extLst>
          </p:cNvPr>
          <p:cNvSpPr>
            <a:spLocks noGrp="1"/>
          </p:cNvSpPr>
          <p:nvPr>
            <p:ph type="title"/>
          </p:nvPr>
        </p:nvSpPr>
        <p:spPr/>
        <p:txBody>
          <a:bodyPr/>
          <a:lstStyle/>
          <a:p>
            <a:r>
              <a:rPr lang="en-KE" sz="4400" b="1" dirty="0"/>
              <a:t>Skills Gained</a:t>
            </a:r>
            <a:br>
              <a:rPr lang="en-KE" dirty="0"/>
            </a:br>
            <a:endParaRPr lang="en-KE" dirty="0"/>
          </a:p>
        </p:txBody>
      </p:sp>
      <p:sp>
        <p:nvSpPr>
          <p:cNvPr id="3" name="Content Placeholder 2">
            <a:extLst>
              <a:ext uri="{FF2B5EF4-FFF2-40B4-BE49-F238E27FC236}">
                <a16:creationId xmlns:a16="http://schemas.microsoft.com/office/drawing/2014/main" id="{2B000C61-1835-4297-AB84-9385D7C79CFF}"/>
              </a:ext>
            </a:extLst>
          </p:cNvPr>
          <p:cNvSpPr>
            <a:spLocks noGrp="1"/>
          </p:cNvSpPr>
          <p:nvPr>
            <p:ph idx="1"/>
          </p:nvPr>
        </p:nvSpPr>
        <p:spPr/>
        <p:txBody>
          <a:bodyPr>
            <a:normAutofit/>
          </a:bodyPr>
          <a:lstStyle/>
          <a:p>
            <a:pPr lvl="0"/>
            <a:r>
              <a:rPr lang="en-KE" sz="2800" dirty="0"/>
              <a:t>Cloud infrastructure monitoring</a:t>
            </a:r>
          </a:p>
          <a:p>
            <a:pPr lvl="0"/>
            <a:r>
              <a:rPr lang="en-KE" sz="2800" dirty="0"/>
              <a:t>Performance analysis and metrics interpretation</a:t>
            </a:r>
          </a:p>
          <a:p>
            <a:pPr lvl="0"/>
            <a:r>
              <a:rPr lang="en-KE" sz="2800" dirty="0"/>
              <a:t>Alerting and incident awareness automation</a:t>
            </a:r>
          </a:p>
          <a:p>
            <a:r>
              <a:rPr lang="en-KE" sz="2800" dirty="0"/>
              <a:t>Practical experience with AWS observability tools</a:t>
            </a:r>
          </a:p>
        </p:txBody>
      </p:sp>
    </p:spTree>
    <p:extLst>
      <p:ext uri="{BB962C8B-B14F-4D97-AF65-F5344CB8AC3E}">
        <p14:creationId xmlns:p14="http://schemas.microsoft.com/office/powerpoint/2010/main" val="5333733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C0F4DB-87A3-439B-86FB-E481FCEDE5BA}"/>
              </a:ext>
            </a:extLst>
          </p:cNvPr>
          <p:cNvSpPr>
            <a:spLocks noGrp="1"/>
          </p:cNvSpPr>
          <p:nvPr>
            <p:ph type="title"/>
          </p:nvPr>
        </p:nvSpPr>
        <p:spPr/>
        <p:txBody>
          <a:bodyPr/>
          <a:lstStyle/>
          <a:p>
            <a:r>
              <a:rPr lang="en-KE" sz="4400" b="1" dirty="0"/>
              <a:t>Conclusion</a:t>
            </a:r>
            <a:br>
              <a:rPr lang="en-KE" dirty="0"/>
            </a:br>
            <a:endParaRPr lang="en-KE" dirty="0"/>
          </a:p>
        </p:txBody>
      </p:sp>
      <p:sp>
        <p:nvSpPr>
          <p:cNvPr id="3" name="Content Placeholder 2">
            <a:extLst>
              <a:ext uri="{FF2B5EF4-FFF2-40B4-BE49-F238E27FC236}">
                <a16:creationId xmlns:a16="http://schemas.microsoft.com/office/drawing/2014/main" id="{915A10D3-811D-4724-AA9F-B68169D68EAB}"/>
              </a:ext>
            </a:extLst>
          </p:cNvPr>
          <p:cNvSpPr>
            <a:spLocks noGrp="1"/>
          </p:cNvSpPr>
          <p:nvPr>
            <p:ph idx="1"/>
          </p:nvPr>
        </p:nvSpPr>
        <p:spPr/>
        <p:txBody>
          <a:bodyPr/>
          <a:lstStyle/>
          <a:p>
            <a:r>
              <a:rPr lang="en-KE" sz="2800" dirty="0"/>
              <a:t>This project demonstrated the ability to design and implement a reliable monitoring and alerting system using AWS services. By leveraging Amazon CloudWatch and Amazon SNS, I gained hands-on experience in proactive system monitoring—an essential skill for cloud, DevOps, and site reliability engineering roles.</a:t>
            </a:r>
          </a:p>
          <a:p>
            <a:endParaRPr lang="en-KE" dirty="0"/>
          </a:p>
        </p:txBody>
      </p:sp>
    </p:spTree>
    <p:extLst>
      <p:ext uri="{BB962C8B-B14F-4D97-AF65-F5344CB8AC3E}">
        <p14:creationId xmlns:p14="http://schemas.microsoft.com/office/powerpoint/2010/main" val="190072195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39</TotalTime>
  <Words>303</Words>
  <Application>Microsoft Office PowerPoint</Application>
  <PresentationFormat>Widescreen</PresentationFormat>
  <Paragraphs>36</Paragraphs>
  <Slides>16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Century Gothic</vt:lpstr>
      <vt:lpstr>Wingdings 3</vt:lpstr>
      <vt:lpstr>Ion</vt:lpstr>
      <vt:lpstr>MONITORING &amp; ALERTING WITH AMAZON CLOUDWATCH</vt:lpstr>
      <vt:lpstr>Project Overview </vt:lpstr>
      <vt:lpstr>Objectives</vt:lpstr>
      <vt:lpstr>AWS Services Used </vt:lpstr>
      <vt:lpstr>Key Responsibilities </vt:lpstr>
      <vt:lpstr>Enabled CloudWatch monitoring on EC2 instances </vt:lpstr>
      <vt:lpstr>Tracked CPU utilization metrics in real time </vt:lpstr>
      <vt:lpstr>Created CloudWatch alarms with defined CPU usage thresholds </vt:lpstr>
      <vt:lpstr>Integrated alarms with Amazon SNS to send email notifications when thresholds were breached</vt:lpstr>
      <vt:lpstr>Cont…</vt:lpstr>
      <vt:lpstr>Cont…</vt:lpstr>
      <vt:lpstr>Cont…</vt:lpstr>
      <vt:lpstr>Security Considerations </vt:lpstr>
      <vt:lpstr>Results &amp; Outcomes </vt:lpstr>
      <vt:lpstr>Skills Gained </vt:lpstr>
      <vt:lpstr>Conclusion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MONITORING &amp; ALERTING WITH AMAZON CLOUDWATCH</dc:title>
  <dc:creator>user</dc:creator>
  <cp:lastModifiedBy>user</cp:lastModifiedBy>
  <cp:revision>5</cp:revision>
  <dcterms:created xsi:type="dcterms:W3CDTF">2026-01-13T12:22:23Z</dcterms:created>
  <dcterms:modified xsi:type="dcterms:W3CDTF">2026-01-13T13:02:00Z</dcterms:modified>
</cp:coreProperties>
</file>